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B4D4-E2BC-4A5E-A673-D87371C12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232C8C-1E1A-45BC-9058-7BB6942AB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9D6EC-5E98-4A4B-80B9-BC4BF6931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BB9A-CFD1-4532-8A48-08D81317FA12}" type="datetimeFigureOut">
              <a:rPr lang="en-AU" smtClean="0"/>
              <a:t>28/02/2021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2B51A-A3DE-42F2-B6B5-D7776F5FC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923D6-7F77-49D4-A92B-705E03A7D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226-DB8F-4563-BBEA-A5DA787874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3597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AEB2A-D472-4F6A-BC1A-82A5CD25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FC9F7-821F-48C9-8010-64384E885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4053A-A6AA-469A-812F-6D3E26DD7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BB9A-CFD1-4532-8A48-08D81317FA12}" type="datetimeFigureOut">
              <a:rPr lang="en-AU" smtClean="0"/>
              <a:t>28/02/2021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523C0-C536-45E1-AAF6-76BCD0D7D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833AE-2CE1-408B-9A1A-6A45C2154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226-DB8F-4563-BBEA-A5DA787874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5600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2A2B-7261-4FF4-9B5D-84E7A17F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203BF-BF4C-46E8-B554-E1304F82F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953CC-09DF-4893-A338-B41CAA5EF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BB9A-CFD1-4532-8A48-08D81317FA12}" type="datetimeFigureOut">
              <a:rPr lang="en-AU" smtClean="0"/>
              <a:t>28/02/2021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6BFEF-57C5-4D83-86E4-9745472E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11F3D-02EB-4259-A9CA-04F3699D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226-DB8F-4563-BBEA-A5DA787874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5206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3A706-749B-4DFF-ACB6-495178955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20806-3A9F-4E40-9A95-57CE0D13D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03D20-5283-47A8-828C-82CA3A405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82DBF-4EFB-4E68-8EB1-09DCCCAC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BB9A-CFD1-4532-8A48-08D81317FA12}" type="datetimeFigureOut">
              <a:rPr lang="en-AU" smtClean="0"/>
              <a:t>28/02/2021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EB99B-A72B-40BD-A525-E8868E31A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081F9-0BB2-49C7-AD14-09F80DBC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226-DB8F-4563-BBEA-A5DA787874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0138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A8A3B-8BBC-40BB-BF9C-1660600A1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BEBAB-E3B3-4649-8F40-D74AC65F9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16C9D-FC6E-428C-A6B5-CBFD7D85C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8928C7-4336-4CD7-A381-912EFFAC5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F2922-5533-4342-925F-15336D177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6F293-2B85-46C5-8E4B-A617923ED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BB9A-CFD1-4532-8A48-08D81317FA12}" type="datetimeFigureOut">
              <a:rPr lang="en-AU" smtClean="0"/>
              <a:t>28/02/2021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43C2B0-F561-4790-B4DF-4DDE11C18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C9FCF-6862-4E09-A5F4-E137DFEA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226-DB8F-4563-BBEA-A5DA787874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5364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5179-95ED-4DEC-AA1D-11EFD5D1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4CF6C-EA46-4837-8967-F93722916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BB9A-CFD1-4532-8A48-08D81317FA12}" type="datetimeFigureOut">
              <a:rPr lang="en-AU" smtClean="0"/>
              <a:t>28/02/2021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CD79E-E051-4EDD-BD5C-6FE2CB784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2292D-6398-4707-ABC2-7DA497E5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226-DB8F-4563-BBEA-A5DA787874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88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2EEE00-10D4-4B40-B416-09E3F443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BB9A-CFD1-4532-8A48-08D81317FA12}" type="datetimeFigureOut">
              <a:rPr lang="en-AU" smtClean="0"/>
              <a:t>28/02/2021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8686AE-713C-4746-94E0-BF3836D9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6FB49-F3F4-48F5-BDF2-A0C0B8625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226-DB8F-4563-BBEA-A5DA787874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3497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79BBE-89F7-4AF3-A5BB-6DFFCD3C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DB8CE-36EE-4D02-8150-9FF33DAD1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401A6-3AC6-4479-8E66-1F26A609B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01DC6-D8A0-453C-B685-1875769F0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BB9A-CFD1-4532-8A48-08D81317FA12}" type="datetimeFigureOut">
              <a:rPr lang="en-AU" smtClean="0"/>
              <a:t>28/02/2021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7A779-F117-4AD6-8040-1C779E4DE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0DE53-011E-4BF8-9C7D-FECA57381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226-DB8F-4563-BBEA-A5DA787874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57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A7A9-A01B-4B45-8FF5-130E3CCE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E8136B-783C-4E06-B921-C41CCA8E3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79EF7-AE79-4213-8B9A-1CE790CEC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D17E2-E877-49B8-8281-A289E94D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BB9A-CFD1-4532-8A48-08D81317FA12}" type="datetimeFigureOut">
              <a:rPr lang="en-AU" smtClean="0"/>
              <a:t>28/02/2021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7897B-4B4C-4B35-8831-216E4932F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44C9E-9321-4E07-9787-80EDAE85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226-DB8F-4563-BBEA-A5DA787874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0477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40A01-EB94-4D04-B42F-EA64BC581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78A5E8-5BD1-47C9-82DC-5F43E3F95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90B20-1AED-4278-AD47-081EE782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BB9A-CFD1-4532-8A48-08D81317FA12}" type="datetimeFigureOut">
              <a:rPr lang="en-AU" smtClean="0"/>
              <a:t>28/02/2021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B5818-DD54-40D0-924F-5956D826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994D9-A9CD-4AE3-B019-9385ADA07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226-DB8F-4563-BBEA-A5DA787874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0597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DBF73D-67B3-473E-B1E9-F354BC021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A89C4-06BF-4721-8AC9-B22B0E135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28189-A3E9-4CB9-98A0-C7A85733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BB9A-CFD1-4532-8A48-08D81317FA12}" type="datetimeFigureOut">
              <a:rPr lang="en-AU" smtClean="0"/>
              <a:t>28/02/2021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DD162-AB11-4E24-8D98-116D1B24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2E5F1-2B5A-488F-A395-E37E580A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226-DB8F-4563-BBEA-A5DA787874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032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EB94F0-A1E4-4AC6-A6CB-B29877A4A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C3C76-0EE5-4E48-8D14-D3E02B436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1BC-5BEA-4CDE-9229-256CF1E6A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EBB9A-CFD1-4532-8A48-08D81317FA12}" type="datetimeFigureOut">
              <a:rPr lang="en-AU" smtClean="0"/>
              <a:t>28/02/2021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F1D9F-72C3-452B-8988-60DE54711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EFDD6-25C0-476B-ACB8-83E5202FF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EF226-DB8F-4563-BBEA-A5DA787874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32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203B1C-95DC-4DB6-BBEF-1E66FB7BECC6}"/>
              </a:ext>
            </a:extLst>
          </p:cNvPr>
          <p:cNvSpPr txBox="1"/>
          <p:nvPr/>
        </p:nvSpPr>
        <p:spPr>
          <a:xfrm>
            <a:off x="1309280" y="543742"/>
            <a:ext cx="6591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{{PROJECT_CODE}}</a:t>
            </a:r>
          </a:p>
          <a:p>
            <a:r>
              <a:rPr lang="en-AU" dirty="0"/>
              <a:t>{{PROJECT_NAME}}</a:t>
            </a:r>
          </a:p>
          <a:p>
            <a:r>
              <a:rPr lang="en-AU" dirty="0"/>
              <a:t>{{CLIENT_NAME}}</a:t>
            </a:r>
          </a:p>
          <a:p>
            <a:r>
              <a:rPr lang="en-AU" dirty="0"/>
              <a:t>{{CLIENT_ABBR}}</a:t>
            </a:r>
          </a:p>
          <a:p>
            <a:r>
              <a:rPr lang="en-AU" dirty="0"/>
              <a:t>{{PROJECT_MANAGER}}</a:t>
            </a:r>
          </a:p>
        </p:txBody>
      </p:sp>
    </p:spTree>
    <p:extLst>
      <p:ext uri="{BB962C8B-B14F-4D97-AF65-F5344CB8AC3E}">
        <p14:creationId xmlns:p14="http://schemas.microsoft.com/office/powerpoint/2010/main" val="182631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548D9DE-0D96-4404-9807-CF2C96D72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345346"/>
              </p:ext>
            </p:extLst>
          </p:nvPr>
        </p:nvGraphicFramePr>
        <p:xfrm>
          <a:off x="2032000" y="719666"/>
          <a:ext cx="8128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8938992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16107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Project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{{PROJECT_CODE}}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369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Project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{{PROJECT_NAME}}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090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Client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{{CLIENT_NAME}}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234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Client 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{{CLIENT_ABBR}}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317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Project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{{PROJECT_MANAGER}}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122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363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STACEY</dc:creator>
  <cp:lastModifiedBy>PETER STACEY</cp:lastModifiedBy>
  <cp:revision>1</cp:revision>
  <dcterms:created xsi:type="dcterms:W3CDTF">2021-02-28T01:05:10Z</dcterms:created>
  <dcterms:modified xsi:type="dcterms:W3CDTF">2021-02-28T01:07:35Z</dcterms:modified>
</cp:coreProperties>
</file>